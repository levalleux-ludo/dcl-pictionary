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592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0223-755C-4C1C-86C0-A634E2F61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20B25-6203-4B70-A29A-FDD9B692D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7F8CE-AE30-455A-A771-9251536B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66243-7069-4468-93A4-6E02BCE8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89598-4A96-4FDB-8532-4AB6E04D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33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5A1B-CA8D-451F-A4D5-215799AE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B757-9BD5-4A16-B6A9-138B41378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70F9D-1B8A-4E06-889F-A3D40999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CE15C-D713-4D2C-BE0E-C4136787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97230-071B-4018-A008-98BEDD4B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01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43D6C-1504-4BA3-B458-0FB08BD4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6D077-0722-444B-AD08-F5B408992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EF628-C2C9-465E-B935-7807104C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E4AEA-D866-4378-B912-7E780EE55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B8D00-FD38-40F2-8A4F-3B4E3D2B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22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00D9-A2E1-454D-8F3B-32F7485F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CA95-06D4-44D1-B2F8-FAE45640C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BBC00-6785-460F-ABA8-42ACF4A76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7C657-5014-4614-9606-620782C8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A58C3-3CDC-4316-AAC6-8E2D8D06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645B8-7C59-4758-9F72-A4BC3B25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3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4B26-0482-43FD-95FE-A7A3ECD7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7F3E8-17BB-45FF-A209-5B81D461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DC058-3B17-449B-B70F-3392056CC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1552B-CAA0-4E3D-BF83-48184AE6D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E7006-C7CB-4078-9BFA-F0B1D9C96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A6D75-43A7-49EB-B29B-B70ED931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16C1B-E830-423D-9A58-FD3D6365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C78CA-2AAE-4265-87F3-BC64557F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61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0B44-F0A7-4D68-8DA1-A7369BAD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00583-BEC8-4651-BACC-B13467D1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7D184-B1AB-4ECA-84E5-06723402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76219-56CA-4EEF-9D37-3D983A6D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39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7AB73-7D82-4F27-9900-2EC23557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FF0DFE-0E34-4FD6-8FCD-6C975A9D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533EA-94A3-4F61-9A3C-E2151B21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62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1464-9B24-41BE-843C-6A3E272B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34D83-68C1-4A93-9DC4-B102092F7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5A114-2332-49F1-93B3-1B70A7555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301A8-9F95-49EA-BCCC-88F68B07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67757-DEC2-46D4-A673-4061723C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90CD3-821A-4BDD-B9D7-8D9DC577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042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A8CC-1AF4-4C58-B78B-8A5B9C8A5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3EB20-38E5-4837-91B8-E6A2BB86C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9CDC7-261C-468C-B808-CA1991745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12BCF-C9A8-4567-94C3-C40AED87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6B3C2-8876-480D-BF1F-7D0A9721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F9FBE-BF2E-464F-80B6-652FB517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47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056A-01FC-49CB-8C21-FD0734AF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2C9F0-EBE6-4778-BEF4-F7065369A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164E9-3C63-401E-B1CF-BAA9E132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A01D-3301-49B2-B141-FB8D82A3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0D6ED-596B-458D-A164-65BB17FF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27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21378-8402-4CF6-B055-4B4A6B259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FE444-2BDC-46F0-856D-1EE40E8F3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C077A-65C8-4112-B3C8-5ABC1815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70761-F46E-41E6-AF04-1B7E5A76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AD832-9605-4413-86D6-979D3536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5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5A761-2623-44AB-979D-698A1FB73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44261-667D-4E1C-9EAC-A82B680EC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078A7-ACF6-4A2A-9BEE-E58EDDAA9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5E9C7-35FF-457B-9536-8325BD40AD2C}" type="datetimeFigureOut">
              <a:rPr lang="en-GB" smtClean="0"/>
              <a:t>07/12/2020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7C2DB-724A-4127-AE9C-3DECDEA1B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4A4DA-FA8E-4982-94B5-03DF13FDB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5FE80-3196-47DD-8209-0B437AE02C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79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61DAC-2C67-445B-A728-7AEC7B6E9062}"/>
              </a:ext>
            </a:extLst>
          </p:cNvPr>
          <p:cNvSpPr txBox="1"/>
          <p:nvPr/>
        </p:nvSpPr>
        <p:spPr>
          <a:xfrm>
            <a:off x="4081112" y="1703672"/>
            <a:ext cx="848309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Submit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D7749-3FB3-4AF9-871C-F09934268E4F}"/>
              </a:ext>
            </a:extLst>
          </p:cNvPr>
          <p:cNvSpPr txBox="1"/>
          <p:nvPr/>
        </p:nvSpPr>
        <p:spPr>
          <a:xfrm>
            <a:off x="7404753" y="1060450"/>
            <a:ext cx="1128835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Claim NFT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FDFE8-CC03-4016-8D50-7E35C4C9329B}"/>
              </a:ext>
            </a:extLst>
          </p:cNvPr>
          <p:cNvSpPr txBox="1"/>
          <p:nvPr/>
        </p:nvSpPr>
        <p:spPr>
          <a:xfrm>
            <a:off x="5262664" y="671552"/>
            <a:ext cx="688009" cy="369332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Close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1A5C30-3C42-4F11-84AB-8C8659DD7314}"/>
              </a:ext>
            </a:extLst>
          </p:cNvPr>
          <p:cNvSpPr/>
          <p:nvPr/>
        </p:nvSpPr>
        <p:spPr>
          <a:xfrm>
            <a:off x="5778500" y="2336800"/>
            <a:ext cx="2051050" cy="2057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4C8781-5884-4597-B986-D10E581AE524}"/>
              </a:ext>
            </a:extLst>
          </p:cNvPr>
          <p:cNvSpPr/>
          <p:nvPr/>
        </p:nvSpPr>
        <p:spPr>
          <a:xfrm>
            <a:off x="6154370" y="2713833"/>
            <a:ext cx="1299310" cy="130333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545DB-7449-4EDA-BDA9-71EE997C8C0B}"/>
              </a:ext>
            </a:extLst>
          </p:cNvPr>
          <p:cNvSpPr/>
          <p:nvPr/>
        </p:nvSpPr>
        <p:spPr>
          <a:xfrm>
            <a:off x="5211085" y="3103889"/>
            <a:ext cx="3185879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spAutoFit/>
          </a:bodyPr>
          <a:lstStyle/>
          <a:p>
            <a:pPr algn="ctr"/>
            <a:r>
              <a:rPr lang="en-GB" sz="2800" b="1" dirty="0"/>
              <a:t>PICTIONARY CIRCUS</a:t>
            </a:r>
          </a:p>
        </p:txBody>
      </p:sp>
    </p:spTree>
    <p:extLst>
      <p:ext uri="{BB962C8B-B14F-4D97-AF65-F5344CB8AC3E}">
        <p14:creationId xmlns:p14="http://schemas.microsoft.com/office/powerpoint/2010/main" val="380734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Ludo</dc:creator>
  <cp:lastModifiedBy>Ludo</cp:lastModifiedBy>
  <cp:revision>5</cp:revision>
  <dcterms:created xsi:type="dcterms:W3CDTF">2020-12-07T11:25:00Z</dcterms:created>
  <dcterms:modified xsi:type="dcterms:W3CDTF">2020-12-08T00:01:35Z</dcterms:modified>
</cp:coreProperties>
</file>