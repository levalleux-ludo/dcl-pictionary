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9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22014" y="-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0223-755C-4C1C-86C0-A634E2F61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F20B25-6203-4B70-A29A-FDD9B692D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7F8CE-AE30-455A-A771-9251536B9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66243-7069-4468-93A4-6E02BCE8D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89598-4A96-4FDB-8532-4AB6E04D3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33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05A1B-CA8D-451F-A4D5-215799AEA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9B757-9BD5-4A16-B6A9-138B41378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70F9D-1B8A-4E06-889F-A3D409996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CE15C-D713-4D2C-BE0E-C4136787B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7230-071B-4018-A008-98BEDD4B6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701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43D6C-1504-4BA3-B458-0FB08BD48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6D077-0722-444B-AD08-F5B408992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9EF628-C2C9-465E-B935-7807104C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E4AEA-D866-4378-B912-7E780EE55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B8D00-FD38-40F2-8A4F-3B4E3D2BA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7227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100D9-A2E1-454D-8F3B-32F7485F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8CA95-06D4-44D1-B2F8-FAE45640C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BC00-6785-460F-ABA8-42ACF4A76D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37C657-5014-4614-9606-620782C84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A58C3-3CDC-4316-AAC6-8E2D8D06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645B8-7C59-4758-9F72-A4BC3B255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3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94B26-0482-43FD-95FE-A7A3ECD7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E7F3E8-17BB-45FF-A209-5B81D4616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DC058-3B17-449B-B70F-3392056CC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A1552B-CAA0-4E3D-BF83-48184AE6D2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DE7006-C7CB-4078-9BFA-F0B1D9C968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BA6D75-43A7-49EB-B29B-B70ED931E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A16C1B-E830-423D-9A58-FD3D6365F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CC78CA-2AAE-4265-87F3-BC64557FC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1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B0B44-F0A7-4D68-8DA1-A7369BAD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F00583-BEC8-4651-BACC-B13467D14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57D184-B1AB-4ECA-84E5-067234022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B76219-56CA-4EEF-9D37-3D983A6D8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391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7AB73-7D82-4F27-9900-2EC235572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FF0DFE-0E34-4FD6-8FCD-6C975A9DE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533EA-94A3-4F61-9A3C-E2151B21A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2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E1464-9B24-41BE-843C-6A3E272B2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34D83-68C1-4A93-9DC4-B102092F7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55A114-2332-49F1-93B3-1B70A7555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6301A8-9F95-49EA-BCCC-88F68B074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67757-DEC2-46D4-A673-4061723CA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90CD3-821A-4BDD-B9D7-8D9DC5779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1042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6A8CC-1AF4-4C58-B78B-8A5B9C8A5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13EB20-38E5-4837-91B8-E6A2BB86C1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79CDC7-261C-468C-B808-CA1991745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A12BCF-C9A8-4567-94C3-C40AED877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6B3C2-8876-480D-BF1F-7D0A9721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2F9FBE-BF2E-464F-80B6-652FB517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477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056A-01FC-49CB-8C21-FD0734AF9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A2C9F0-EBE6-4778-BEF4-F7065369A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164E9-3C63-401E-B1CF-BAA9E1321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2A01D-3301-49B2-B141-FB8D82A3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0D6ED-596B-458D-A164-65BB17FF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4278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821378-8402-4CF6-B055-4B4A6B25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FFE444-2BDC-46F0-856D-1EE40E8F3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C077A-65C8-4112-B3C8-5ABC1815F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70761-F46E-41E6-AF04-1B7E5A760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AD832-9605-4413-86D6-979D35369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51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25A761-2623-44AB-979D-698A1FB73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44261-667D-4E1C-9EAC-A82B680EC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078A7-ACF6-4A2A-9BEE-E58EDDAA9B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5E9C7-35FF-457B-9536-8325BD40AD2C}" type="datetimeFigureOut">
              <a:rPr lang="en-GB" smtClean="0"/>
              <a:t>17/12/2020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7C2DB-724A-4127-AE9C-3DECDEA1B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4A4DA-FA8E-4982-94B5-03DF13FDB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D5FE80-3196-47DD-8209-0B437AE02C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5795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www.goodfreephotos.com/vector-images/big-pencil-vector-art.png.ph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D857C51-CE39-41B3-BB58-E559B24BD108}"/>
              </a:ext>
            </a:extLst>
          </p:cNvPr>
          <p:cNvSpPr/>
          <p:nvPr/>
        </p:nvSpPr>
        <p:spPr>
          <a:xfrm>
            <a:off x="622992" y="812800"/>
            <a:ext cx="2583180" cy="15240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561DAC-2C67-445B-A728-7AEC7B6E9062}"/>
              </a:ext>
            </a:extLst>
          </p:cNvPr>
          <p:cNvSpPr txBox="1"/>
          <p:nvPr/>
        </p:nvSpPr>
        <p:spPr>
          <a:xfrm>
            <a:off x="4081112" y="1703672"/>
            <a:ext cx="848309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GB" dirty="0"/>
              <a:t>Submit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D7749-3FB3-4AF9-871C-F09934268E4F}"/>
              </a:ext>
            </a:extLst>
          </p:cNvPr>
          <p:cNvSpPr txBox="1"/>
          <p:nvPr/>
        </p:nvSpPr>
        <p:spPr>
          <a:xfrm>
            <a:off x="7404753" y="1060450"/>
            <a:ext cx="112883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GB" dirty="0"/>
              <a:t>Claim NFT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FDFE8-CC03-4016-8D50-7E35C4C9329B}"/>
              </a:ext>
            </a:extLst>
          </p:cNvPr>
          <p:cNvSpPr txBox="1"/>
          <p:nvPr/>
        </p:nvSpPr>
        <p:spPr>
          <a:xfrm>
            <a:off x="5262664" y="671552"/>
            <a:ext cx="688009" cy="369332"/>
          </a:xfrm>
          <a:prstGeom prst="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GB" dirty="0"/>
              <a:t>Close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1A5C30-3C42-4F11-84AB-8C8659DD7314}"/>
              </a:ext>
            </a:extLst>
          </p:cNvPr>
          <p:cNvSpPr/>
          <p:nvPr/>
        </p:nvSpPr>
        <p:spPr>
          <a:xfrm>
            <a:off x="5778500" y="2336800"/>
            <a:ext cx="2051050" cy="20574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4C8781-5884-4597-B986-D10E581AE524}"/>
              </a:ext>
            </a:extLst>
          </p:cNvPr>
          <p:cNvSpPr/>
          <p:nvPr/>
        </p:nvSpPr>
        <p:spPr>
          <a:xfrm>
            <a:off x="6154370" y="2713833"/>
            <a:ext cx="1299310" cy="1303333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4545DB-7449-4EDA-BDA9-71EE997C8C0B}"/>
              </a:ext>
            </a:extLst>
          </p:cNvPr>
          <p:cNvSpPr/>
          <p:nvPr/>
        </p:nvSpPr>
        <p:spPr>
          <a:xfrm>
            <a:off x="5211085" y="3103889"/>
            <a:ext cx="3185879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>
            <a:spAutoFit/>
          </a:bodyPr>
          <a:lstStyle/>
          <a:p>
            <a:pPr algn="ctr"/>
            <a:r>
              <a:rPr lang="en-GB" sz="2800" b="1" dirty="0"/>
              <a:t>PICTIONARY CIRCUS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136A4B-04BB-4CF4-90C4-B6636D4DD26E}"/>
              </a:ext>
            </a:extLst>
          </p:cNvPr>
          <p:cNvSpPr/>
          <p:nvPr/>
        </p:nvSpPr>
        <p:spPr>
          <a:xfrm>
            <a:off x="1366787" y="2713833"/>
            <a:ext cx="1530417" cy="278219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8051F4-8945-4589-B48F-8389BC1AAC83}"/>
              </a:ext>
            </a:extLst>
          </p:cNvPr>
          <p:cNvSpPr/>
          <p:nvPr/>
        </p:nvSpPr>
        <p:spPr>
          <a:xfrm>
            <a:off x="1408703" y="2888904"/>
            <a:ext cx="1446585" cy="2432051"/>
          </a:xfrm>
          <a:prstGeom prst="roundRect">
            <a:avLst>
              <a:gd name="adj" fmla="val 5254"/>
            </a:avLst>
          </a:prstGeom>
          <a:solidFill>
            <a:schemeClr val="bg2">
              <a:lumMod val="90000"/>
            </a:schemeClr>
          </a:solidFill>
          <a:ln w="635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D14F79-FBD0-426E-B310-2B00A662E50A}"/>
              </a:ext>
            </a:extLst>
          </p:cNvPr>
          <p:cNvSpPr/>
          <p:nvPr/>
        </p:nvSpPr>
        <p:spPr>
          <a:xfrm>
            <a:off x="1423987" y="3194124"/>
            <a:ext cx="1423733" cy="18216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8E97FB-46F8-4755-B144-1D3A967CE36D}"/>
              </a:ext>
            </a:extLst>
          </p:cNvPr>
          <p:cNvSpPr/>
          <p:nvPr/>
        </p:nvSpPr>
        <p:spPr>
          <a:xfrm>
            <a:off x="1563412" y="3772735"/>
            <a:ext cx="991507" cy="1133778"/>
          </a:xfrm>
          <a:custGeom>
            <a:avLst/>
            <a:gdLst>
              <a:gd name="connsiteX0" fmla="*/ 342390 w 991507"/>
              <a:gd name="connsiteY0" fmla="*/ 318002 h 1133778"/>
              <a:gd name="connsiteX1" fmla="*/ 987283 w 991507"/>
              <a:gd name="connsiteY1" fmla="*/ 674137 h 1133778"/>
              <a:gd name="connsiteX2" fmla="*/ 63257 w 991507"/>
              <a:gd name="connsiteY2" fmla="*/ 962894 h 1133778"/>
              <a:gd name="connsiteX3" fmla="*/ 101759 w 991507"/>
              <a:gd name="connsiteY3" fmla="*/ 368 h 1133778"/>
              <a:gd name="connsiteX4" fmla="*/ 265388 w 991507"/>
              <a:gd name="connsiteY4" fmla="*/ 1088023 h 1133778"/>
              <a:gd name="connsiteX5" fmla="*/ 448268 w 991507"/>
              <a:gd name="connsiteY5" fmla="*/ 914768 h 1133778"/>
              <a:gd name="connsiteX6" fmla="*/ 361641 w 991507"/>
              <a:gd name="connsiteY6" fmla="*/ 770389 h 1133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1507" h="1133778">
                <a:moveTo>
                  <a:pt x="342390" y="318002"/>
                </a:moveTo>
                <a:cubicBezTo>
                  <a:pt x="688097" y="442328"/>
                  <a:pt x="1033805" y="566655"/>
                  <a:pt x="987283" y="674137"/>
                </a:cubicBezTo>
                <a:cubicBezTo>
                  <a:pt x="940761" y="781619"/>
                  <a:pt x="210844" y="1075189"/>
                  <a:pt x="63257" y="962894"/>
                </a:cubicBezTo>
                <a:cubicBezTo>
                  <a:pt x="-84330" y="850599"/>
                  <a:pt x="68070" y="-20487"/>
                  <a:pt x="101759" y="368"/>
                </a:cubicBezTo>
                <a:cubicBezTo>
                  <a:pt x="135447" y="21223"/>
                  <a:pt x="207636" y="935623"/>
                  <a:pt x="265388" y="1088023"/>
                </a:cubicBezTo>
                <a:cubicBezTo>
                  <a:pt x="323139" y="1240423"/>
                  <a:pt x="432226" y="967707"/>
                  <a:pt x="448268" y="914768"/>
                </a:cubicBezTo>
                <a:cubicBezTo>
                  <a:pt x="464310" y="861829"/>
                  <a:pt x="404955" y="815307"/>
                  <a:pt x="361641" y="770389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23AC378-01CD-4CC7-B464-9F484FD0FAB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436" y="3425092"/>
            <a:ext cx="2143125" cy="2143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121D40-773A-4E40-AA76-89E0E4C169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914582" y="2867176"/>
            <a:ext cx="1237237" cy="1237753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165D8F9-AE7A-4A88-AA0D-81B9D9BFC971}"/>
              </a:ext>
            </a:extLst>
          </p:cNvPr>
          <p:cNvSpPr/>
          <p:nvPr/>
        </p:nvSpPr>
        <p:spPr>
          <a:xfrm>
            <a:off x="1438085" y="991504"/>
            <a:ext cx="1626131" cy="45719"/>
          </a:xfrm>
          <a:prstGeom prst="rect">
            <a:avLst/>
          </a:prstGeom>
          <a:effectLst>
            <a:glow rad="457200">
              <a:schemeClr val="bg2">
                <a:alpha val="40000"/>
              </a:schemeClr>
            </a:glo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4F614A-6238-466F-8000-14543638C443}"/>
              </a:ext>
            </a:extLst>
          </p:cNvPr>
          <p:cNvSpPr/>
          <p:nvPr/>
        </p:nvSpPr>
        <p:spPr>
          <a:xfrm>
            <a:off x="1464016" y="1406858"/>
            <a:ext cx="1626131" cy="130187"/>
          </a:xfrm>
          <a:prstGeom prst="rect">
            <a:avLst/>
          </a:prstGeom>
          <a:effectLst>
            <a:glow rad="304800">
              <a:schemeClr val="bg2">
                <a:alpha val="40000"/>
              </a:schemeClr>
            </a:glo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EADAAF-AA33-492F-87CD-6966C912A528}"/>
              </a:ext>
            </a:extLst>
          </p:cNvPr>
          <p:cNvSpPr/>
          <p:nvPr/>
        </p:nvSpPr>
        <p:spPr>
          <a:xfrm>
            <a:off x="1479550" y="1900671"/>
            <a:ext cx="1626131" cy="248802"/>
          </a:xfrm>
          <a:prstGeom prst="rect">
            <a:avLst/>
          </a:prstGeom>
          <a:effectLst>
            <a:glow rad="152400">
              <a:schemeClr val="bg2">
                <a:alpha val="40000"/>
              </a:schemeClr>
            </a:glo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A202CD6-48A6-4D90-AE9A-0B1F3EAB6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2452" y="930037"/>
            <a:ext cx="909766" cy="90976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31000"/>
                  <a:lumOff val="69000"/>
                </a:schemeClr>
              </a:gs>
              <a:gs pos="48000">
                <a:schemeClr val="accent3">
                  <a:lumMod val="68000"/>
                  <a:lumOff val="32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pic>
    </p:spTree>
    <p:extLst>
      <p:ext uri="{BB962C8B-B14F-4D97-AF65-F5344CB8AC3E}">
        <p14:creationId xmlns:p14="http://schemas.microsoft.com/office/powerpoint/2010/main" val="3807343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1256</TotalTime>
  <Words>6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Ludo</dc:creator>
  <cp:lastModifiedBy>Ludo</cp:lastModifiedBy>
  <cp:revision>10</cp:revision>
  <dcterms:created xsi:type="dcterms:W3CDTF">2020-12-07T11:25:00Z</dcterms:created>
  <dcterms:modified xsi:type="dcterms:W3CDTF">2020-12-17T19:13:02Z</dcterms:modified>
</cp:coreProperties>
</file>